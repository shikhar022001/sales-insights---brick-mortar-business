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Insights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Brick &amp; Mortar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Revenue: $2.30M</a:t>
            </a:r>
          </a:p>
          <a:p>
            <a:r>
              <a:t>- Total Units Sold: 98.5K</a:t>
            </a:r>
          </a:p>
          <a:p>
            <a:r>
              <a:t>- Total Customers: 4.5K</a:t>
            </a:r>
          </a:p>
          <a:p>
            <a:r>
              <a:t>- Business performance is stable and strong.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Peak Revenue: Nov &amp; Dec (holiday season)</a:t>
            </a:r>
          </a:p>
          <a:p>
            <a:r>
              <a:t>- Low Sales: Jan &amp; Feb</a:t>
            </a:r>
          </a:p>
          <a:p>
            <a:r>
              <a:t>- Strategy: Launch Q1 promotions to boost early-year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 Category: Clothing</a:t>
            </a:r>
          </a:p>
          <a:p>
            <a:r>
              <a:t>- Growth Opportunities: Accessories &amp; Footwear</a:t>
            </a:r>
          </a:p>
          <a:p>
            <a:r>
              <a:t>- Strategy: Promote bundles and test new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 Region: West (~40% revenue)</a:t>
            </a:r>
          </a:p>
          <a:p>
            <a:r>
              <a:t>- Underperforming Region: South</a:t>
            </a:r>
          </a:p>
          <a:p>
            <a:r>
              <a:t>- Action: Targeted marketing &amp; regional product optimization.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Leading Group: Age 26–35</a:t>
            </a:r>
          </a:p>
          <a:p>
            <a:r>
              <a:t>- Repeat Customers = Higher Spend</a:t>
            </a:r>
          </a:p>
          <a:p>
            <a:r>
              <a:t>- Strategy: Loyalty programs and personalized offers.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Best Store: High revenue &amp; traffic</a:t>
            </a:r>
          </a:p>
          <a:p>
            <a:r>
              <a:t>- Poor Performers: Require audits (location, staff, inventory)</a:t>
            </a:r>
          </a:p>
          <a:p>
            <a:r>
              <a:t>- Strategy: Diagnose and uplift low performers.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Avg. Transaction Value: $23.37</a:t>
            </a:r>
          </a:p>
          <a:p>
            <a:r>
              <a:t>- Conversion Rate: Stable</a:t>
            </a:r>
          </a:p>
          <a:p>
            <a:r>
              <a:t>- Strategy: Improve staff engagement &amp; in-store experience.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Q1 Promotions</a:t>
            </a:r>
          </a:p>
          <a:p>
            <a:r>
              <a:t>- Replicate Successful Regions &amp; Products</a:t>
            </a:r>
          </a:p>
          <a:p>
            <a:r>
              <a:t>- Focus on Retention</a:t>
            </a:r>
          </a:p>
          <a:p>
            <a:r>
              <a:t>- Optimize Underperforming Stores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